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5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0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0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1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4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6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7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0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0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3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A1913-85D1-4C4E-AA02-085C6FE2A8B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2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4D35E4B-42D9-160F-C38B-96AACF4ED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" t="2223" r="49575" b="23738"/>
          <a:stretch>
            <a:fillRect/>
          </a:stretch>
        </p:blipFill>
        <p:spPr>
          <a:xfrm>
            <a:off x="4610898" y="2007061"/>
            <a:ext cx="4533102" cy="38083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A46CCC-C79F-A534-645C-2D407E7C0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" t="2895" b="60269"/>
          <a:stretch>
            <a:fillRect/>
          </a:stretch>
        </p:blipFill>
        <p:spPr>
          <a:xfrm>
            <a:off x="7402" y="-1"/>
            <a:ext cx="9136598" cy="1947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CE8426-B325-E40E-A5AF-2EDCF40620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" r="49273" b="25961"/>
          <a:stretch>
            <a:fillRect/>
          </a:stretch>
        </p:blipFill>
        <p:spPr>
          <a:xfrm>
            <a:off x="7402" y="1902478"/>
            <a:ext cx="4525701" cy="388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21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17</cp:revision>
  <dcterms:created xsi:type="dcterms:W3CDTF">2025-11-29T22:53:44Z</dcterms:created>
  <dcterms:modified xsi:type="dcterms:W3CDTF">2026-04-17T09:39:58Z</dcterms:modified>
</cp:coreProperties>
</file>