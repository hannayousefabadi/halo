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46304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7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795781"/>
            <a:ext cx="12435840" cy="3820160"/>
          </a:xfrm>
        </p:spPr>
        <p:txBody>
          <a:bodyPr anchor="b"/>
          <a:lstStyle>
            <a:lvl1pPr algn="ctr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763261"/>
            <a:ext cx="10972800" cy="2649219"/>
          </a:xfrm>
        </p:spPr>
        <p:txBody>
          <a:bodyPr/>
          <a:lstStyle>
            <a:lvl1pPr marL="0" indent="0" algn="ctr">
              <a:buNone/>
              <a:defRPr sz="3840"/>
            </a:lvl1pPr>
            <a:lvl2pPr marL="731520" indent="0" algn="ctr">
              <a:buNone/>
              <a:defRPr sz="3200"/>
            </a:lvl2pPr>
            <a:lvl3pPr marL="1463040" indent="0" algn="ctr">
              <a:buNone/>
              <a:defRPr sz="2880"/>
            </a:lvl3pPr>
            <a:lvl4pPr marL="2194560" indent="0" algn="ctr">
              <a:buNone/>
              <a:defRPr sz="2560"/>
            </a:lvl4pPr>
            <a:lvl5pPr marL="2926080" indent="0" algn="ctr">
              <a:buNone/>
              <a:defRPr sz="2560"/>
            </a:lvl5pPr>
            <a:lvl6pPr marL="3657600" indent="0" algn="ctr">
              <a:buNone/>
              <a:defRPr sz="2560"/>
            </a:lvl6pPr>
            <a:lvl7pPr marL="4389120" indent="0" algn="ctr">
              <a:buNone/>
              <a:defRPr sz="2560"/>
            </a:lvl7pPr>
            <a:lvl8pPr marL="5120640" indent="0" algn="ctr">
              <a:buNone/>
              <a:defRPr sz="2560"/>
            </a:lvl8pPr>
            <a:lvl9pPr marL="5852160" indent="0" algn="ctr">
              <a:buNone/>
              <a:defRPr sz="2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1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735583"/>
            <a:ext cx="12618720" cy="4564379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7343143"/>
            <a:ext cx="12618720" cy="2400299"/>
          </a:xfrm>
        </p:spPr>
        <p:txBody>
          <a:bodyPr/>
          <a:lstStyle>
            <a:lvl1pPr marL="0" indent="0">
              <a:buNone/>
              <a:defRPr sz="3840">
                <a:solidFill>
                  <a:schemeClr val="tx1"/>
                </a:solidFill>
              </a:defRPr>
            </a:lvl1pPr>
            <a:lvl2pPr marL="731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4630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3pPr>
            <a:lvl4pPr marL="21945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4pPr>
            <a:lvl5pPr marL="29260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5pPr>
            <a:lvl6pPr marL="365760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6pPr>
            <a:lvl7pPr marL="438912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7pPr>
            <a:lvl8pPr marL="512064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8pPr>
            <a:lvl9pPr marL="58521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921000"/>
            <a:ext cx="621792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1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84202"/>
            <a:ext cx="12618720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7" y="2689861"/>
            <a:ext cx="6189344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7" y="4008120"/>
            <a:ext cx="6189344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1" y="2689861"/>
            <a:ext cx="6219826" cy="1318259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1" y="4008120"/>
            <a:ext cx="6219826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6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0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8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579882"/>
            <a:ext cx="7406640" cy="7797800"/>
          </a:xfrm>
        </p:spPr>
        <p:txBody>
          <a:bodyPr/>
          <a:lstStyle>
            <a:lvl1pPr>
              <a:defRPr sz="5120"/>
            </a:lvl1pPr>
            <a:lvl2pPr>
              <a:defRPr sz="4480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9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731520"/>
            <a:ext cx="4718685" cy="2560320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579882"/>
            <a:ext cx="7406640" cy="7797800"/>
          </a:xfrm>
        </p:spPr>
        <p:txBody>
          <a:bodyPr anchor="t"/>
          <a:lstStyle>
            <a:lvl1pPr marL="0" indent="0">
              <a:buNone/>
              <a:defRPr sz="5120"/>
            </a:lvl1pPr>
            <a:lvl2pPr marL="731520" indent="0">
              <a:buNone/>
              <a:defRPr sz="4480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3291840"/>
            <a:ext cx="4718685" cy="6098541"/>
          </a:xfrm>
        </p:spPr>
        <p:txBody>
          <a:bodyPr/>
          <a:lstStyle>
            <a:lvl1pPr marL="0" indent="0">
              <a:buNone/>
              <a:defRPr sz="2560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6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584200"/>
            <a:ext cx="3154680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1" y="584200"/>
            <a:ext cx="9281160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80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584202"/>
            <a:ext cx="12618720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921000"/>
            <a:ext cx="12618720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89D7C-6D3B-469F-8E2E-85534164821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10170162"/>
            <a:ext cx="493776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10170162"/>
            <a:ext cx="329184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C69F8-DCDD-4C7E-BAB8-69DAE10C3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8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463040" rtl="0" eaLnBrk="1" latinLnBrk="0" hangingPunct="1">
        <a:lnSpc>
          <a:spcPct val="90000"/>
        </a:lnSpc>
        <a:spcBef>
          <a:spcPct val="0"/>
        </a:spcBef>
        <a:buNone/>
        <a:defRPr sz="7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46304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448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22C060F-C3B5-F243-AEAA-0EF3D226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78" b="15926"/>
          <a:stretch>
            <a:fillRect/>
          </a:stretch>
        </p:blipFill>
        <p:spPr>
          <a:xfrm>
            <a:off x="1996435" y="4364924"/>
            <a:ext cx="10637530" cy="6506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7A5FED-E0EF-7128-86EA-2FF843DFD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424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5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15</cp:revision>
  <dcterms:created xsi:type="dcterms:W3CDTF">2025-11-30T11:07:45Z</dcterms:created>
  <dcterms:modified xsi:type="dcterms:W3CDTF">2026-04-07T06:29:48Z</dcterms:modified>
</cp:coreProperties>
</file>