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46304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7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95781"/>
            <a:ext cx="1243584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763261"/>
            <a:ext cx="109728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1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735583"/>
            <a:ext cx="1261872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7343143"/>
            <a:ext cx="1261872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1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84202"/>
            <a:ext cx="1261872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689861"/>
            <a:ext cx="6189344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008120"/>
            <a:ext cx="6189344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689861"/>
            <a:ext cx="6219826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008120"/>
            <a:ext cx="6219826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8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579882"/>
            <a:ext cx="740664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9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579882"/>
            <a:ext cx="740664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6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584200"/>
            <a:ext cx="315468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584200"/>
            <a:ext cx="928116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80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84202"/>
            <a:ext cx="1261872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921000"/>
            <a:ext cx="1261872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89D7C-6D3B-469F-8E2E-85534164821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0170162"/>
            <a:ext cx="49377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8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2C060F-C3B5-F243-AEAA-0EF3D226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78" b="15926"/>
          <a:stretch>
            <a:fillRect/>
          </a:stretch>
        </p:blipFill>
        <p:spPr>
          <a:xfrm>
            <a:off x="2550528" y="4231366"/>
            <a:ext cx="9475214" cy="57953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65FC7B-8753-C00A-30A6-7E08AC390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424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5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13</cp:revision>
  <dcterms:created xsi:type="dcterms:W3CDTF">2025-11-30T11:07:45Z</dcterms:created>
  <dcterms:modified xsi:type="dcterms:W3CDTF">2026-01-17T11:16:44Z</dcterms:modified>
</cp:coreProperties>
</file>